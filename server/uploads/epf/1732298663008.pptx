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Registration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t>Column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user_id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first_name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last_name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email (Unique)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password_hash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aadhar_number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phone_number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beneficiary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created_at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updated_at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Insurance_policy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731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t>Column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policy_id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user_id (FK)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policy_number (Unique)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policy_name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policy_type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coverage_amount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premium_amount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start_date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end_date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nominee_name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nominee_relation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created_at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updated_at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Fixed_deposit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t>Column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deposit_id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user_id (FK)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deposit_number (Unique)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deposit_amount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interest_rate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start_date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maturity_date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maturity_amount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bank_name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created_at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updated_at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Recurring_deposit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t>Column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rd_id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user_id (FK)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rd_number (Unique)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monthly_deposit_amount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interest_rate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start_date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maturity_date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maturity_amount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bank_name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created_at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updated_at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777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t>Column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property_id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user_id (FK)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property_name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property_type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area_in_sqft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purchase_date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purchase_price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current_value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ownership_status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rental_income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tenant_name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tenant_contact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created_at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updated_at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